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走れメロスのスピードを科学する！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「太陽が沈む10倍の速さで走った」と言われるメロス。もし本当にやったらどうなる？を科学×ユーモアで探ります。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太陽が沈む速さとは？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地球の自転により太陽は約1時間で15度沈む。1秒あたりで換算すると約0.0042度！意外とゆっくり。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太陽の沈む10倍の速さで走るとは？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つまりメロスは1秒に0.042度分の地球の自転角を移動したことに。地球半径を考えると秒速約4650m！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秒速4650mってどんな速さ？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音速の約13倍。メロスが走った瞬間、靴どころか服も燃え尽きるレベル。まさに人間ロケット！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空気抵抗と熱の壁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この速度では空気との摩擦熱が3000℃以上。メロスは“友情のために”ではなく、“プラズマの中で”走ることになります。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科学的考察：人類に可能？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現在の人類最高速度はボルトで秒速12m。太陽10倍速には約400倍の進化が必要。メロスはもはや人間ではない。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もし現代技術で再現するなら？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ジェットエンジンを背負えば近づけるかも。ただし空気抵抗で即蒸発。NASAの防熱技術が必要。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教訓とユーモア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文学の比喩を科学的に見ると、メロスの勇気がより際立つ。友情も物理法則も、どちらも“熱い”ということ。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「太陽が沈む10倍の速さ」は人間には無理。でも、その表現が伝える“想いの速さ”は永遠。メロスは物理を超えた男だった。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